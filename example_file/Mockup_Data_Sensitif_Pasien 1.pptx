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109728" cy="5394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143000"/>
            <a:ext cx="7543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MOCKUP DATA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SENSITIF PASIEN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78992" y="2926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AF7"/>
                </a:solidFill>
              </a:rPr>
              <a:t>Contoh data pribadi dan data kesehatan untuk simulasi klasifikasi, DLP, dan awareness.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61120" y="1143000"/>
            <a:ext cx="2286000" cy="3566160"/>
          </a:xfrm>
          <a:prstGeom prst="roundRect">
            <a:avLst>
              <a:gd name="adj" fmla="val 3200"/>
            </a:avLst>
          </a:prstGeom>
          <a:solidFill>
            <a:srgbClr val="244B74"/>
          </a:solidFill>
          <a:ln w="12700">
            <a:solidFill>
              <a:srgbClr val="5D7FA3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0" y="18745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MOCK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PHI + PII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78992" y="516636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AF7"/>
                </a:solidFill>
              </a:rPr>
              <a:t>Tidak untuk keputusan klinis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9EAF7"/>
                </a:solidFill>
              </a:rPr>
              <a:t>Tidak merepresentasikan individu nyata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Profil Pasien Sintetis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</a:rPr>
              <a:t>Contoh satu profil dengan identifier yang sengaja diberi penanda MOCK.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0000"/>
                </a:solidFill>
              </a:rPr>
              <a:t>SANGAT RAHASIA • MOCKUP • BUKAN DATA PASIEN NYATA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0" y="65196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3"/>
                </a:solidFill>
              </a:rPr>
              <a:t>Synthetic sample only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16636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  <a:effectLst>
            <a:outerShdw blurRad="12700" dist="6350" dir="2700000" algn="bl" rotWithShape="0">
              <a:srgbClr val="9AA6B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13441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C95"/>
                </a:solidFill>
              </a:rPr>
              <a:t>EMR ID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8952" y="1581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</a:rPr>
              <a:t>EMR-MOCK-0001002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16636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  <a:effectLst>
            <a:outerShdw blurRad="12700" dist="6350" dir="2700000" algn="bl" rotWithShape="0">
              <a:srgbClr val="9AA6B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82512" y="13441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C95"/>
                </a:solidFill>
              </a:rPr>
              <a:t>NAMA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82512" y="1581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</a:rPr>
              <a:t>Rizky Saputra (Mock)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286000"/>
            <a:ext cx="516636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  <a:effectLst>
            <a:outerShdw blurRad="12700" dist="6350" dir="2700000" algn="bl" rotWithShape="0">
              <a:srgbClr val="9AA6B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" y="23957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C95"/>
                </a:solidFill>
              </a:rPr>
              <a:t>NIK MOCK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58952" y="26334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</a:rPr>
              <a:t>MOCK-3273-19761103-1002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516636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  <a:effectLst>
            <a:outerShdw blurRad="12700" dist="6350" dir="2700000" algn="bl" rotWithShape="0">
              <a:srgbClr val="9AA6B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2512" y="23957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C95"/>
                </a:solidFill>
              </a:rPr>
              <a:t>TANGGAL LAHIR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82512" y="26334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</a:rPr>
              <a:t>03-Nov-1976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3337560"/>
            <a:ext cx="516636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  <a:effectLst>
            <a:outerShdw blurRad="12700" dist="6350" dir="2700000" algn="bl" rotWithShape="0">
              <a:srgbClr val="9AA6B2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" y="34472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C95"/>
                </a:solidFill>
              </a:rPr>
              <a:t>KONTAK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58952" y="3685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</a:rPr>
              <a:t>+62 813-5522-1002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3337560"/>
            <a:ext cx="516636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  <a:effectLst>
            <a:outerShdw blurRad="12700" dist="6350" dir="2700000" algn="bl" rotWithShape="0">
              <a:srgbClr val="9AA6B2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82512" y="34472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C95"/>
                </a:solidFill>
              </a:rPr>
              <a:t>EMAIL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82512" y="3685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</a:rPr>
              <a:t>rizky.saputra.1002@example.invalid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4389120"/>
            <a:ext cx="516636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  <a:effectLst>
            <a:outerShdw blurRad="12700" dist="6350" dir="2700000" algn="bl" rotWithShape="0">
              <a:srgbClr val="9AA6B2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" y="44988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C95"/>
                </a:solidFill>
              </a:rPr>
              <a:t>ALAMAT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58952" y="4736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</a:rPr>
              <a:t>Jl. Cemara No. 72, Coblong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4389120"/>
            <a:ext cx="516636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  <a:effectLst>
            <a:outerShdw blurRad="12700" dist="6350" dir="2700000" algn="bl" rotWithShape="0">
              <a:srgbClr val="9AA6B2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82512" y="44988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C95"/>
                </a:solidFill>
              </a:rPr>
              <a:t>PENJAMIN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82512" y="4736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65D"/>
                </a:solidFill>
              </a:rPr>
              <a:t>Asuransi Perusahaan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Ringkasan Encounter EMR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</a:rPr>
              <a:t>Delapan encounter sintetis dengan diagnosis, tanda vital, dan terapi.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0000"/>
                </a:solidFill>
              </a:rPr>
              <a:t>SANGAT RAHASIA • MOCKUP • BUKAN DATA PASIEN NYATA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0" y="65196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3"/>
                </a:solidFill>
              </a:rPr>
              <a:t>Synthetic sample only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9921240" cy="436168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Enc.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EMR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Tanggal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Diagnosis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TD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SpO2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Terapi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10001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0001001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02-Sep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ISPA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138/86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96%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Paracetamol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10002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0001002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01-Sep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Hipertensi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158/96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98%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Amlodipine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10003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0001003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31-Aug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Dispepsia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118/76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99%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Omeprazole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10004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0001004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30-Aug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DM tipe 2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146/88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97%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Metformin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10005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0001005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29-Aug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Asma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124/79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94%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Salbutamol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10006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0001006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28-Aug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Nyeri punggung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132/84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98%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Diclofenac gel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10007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0001007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27-Aug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Dermatitis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116/74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99%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Cetirizine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10008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0001008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26-Aug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Pemeriksaan rutin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142/91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97%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65D"/>
                          </a:solidFill>
                        </a:rPr>
                        <a:t>Kontrol ulang</a:t>
                      </a:r>
                      <a:endParaRPr lang="en-US" sz="110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897880"/>
            <a:ext cx="11018520" cy="411480"/>
          </a:xfrm>
          <a:prstGeom prst="roundRect">
            <a:avLst>
              <a:gd name="adj" fmla="val 6667"/>
            </a:avLst>
          </a:prstGeom>
          <a:solidFill>
            <a:srgbClr val="FCE4D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600760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4125"/>
                </a:solidFill>
              </a:rPr>
              <a:t>Catatan simulasi: nilai tekanan darah ≥140/90 atau SpO2 &lt;95% dapat digunakan sebagai contoh rule deteksi/kebijakan DLP, bukan interpretasi klinis.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Cakupan Data Sensitif yang Disimulasikan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</a:rPr>
              <a:t>Struktur konten dapat dipakai untuk pengujian label, DLP, OCR, atau pemindaian konten.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0000"/>
                </a:solidFill>
              </a:rPr>
              <a:t>SANGAT RAHASIA • MOCKUP • BUKAN DATA PASIEN NYATA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0" y="65196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3"/>
                </a:solidFill>
              </a:rPr>
              <a:t>Synthetic sample only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1663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  <a:effectLst>
            <a:outerShdw blurRad="12700" dist="6350" dir="2700000" algn="bl" rotWithShape="0">
              <a:srgbClr val="9AA6B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5544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C95"/>
                </a:solidFill>
              </a:rPr>
              <a:t>IDENTITAS PERSONAL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98424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65D"/>
                </a:solidFill>
              </a:rPr>
              <a:t>Nama, tanggal lahir, NIK mock, alamat, nomor telepon, email.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325880"/>
            <a:ext cx="51663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  <a:effectLst>
            <a:outerShdw blurRad="12700" dist="6350" dir="2700000" algn="bl" rotWithShape="0">
              <a:srgbClr val="9AA6B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5544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C95"/>
                </a:solidFill>
              </a:rPr>
              <a:t>IDENTIFIER KESEHATAN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98424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65D"/>
                </a:solidFill>
              </a:rPr>
              <a:t>Patient ID, EMR ID, Encounter ID, dokter mock.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383280"/>
            <a:ext cx="51663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4DCE5"/>
            </a:solidFill>
            <a:prstDash val="solid"/>
          </a:ln>
          <a:effectLst>
            <a:outerShdw blurRad="12700" dist="6350" dir="2700000" algn="bl" rotWithShape="0">
              <a:srgbClr val="9AA6B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611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C95"/>
                </a:solidFill>
              </a:rPr>
              <a:t>INFORMASI KLINIS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04164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65D"/>
                </a:solidFill>
              </a:rPr>
              <a:t>Keluhan, diagnosis, ICD-10, tanda vital, alergi, obat, instruksi.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383280"/>
            <a:ext cx="5166360" cy="1600200"/>
          </a:xfrm>
          <a:prstGeom prst="roundRect">
            <a:avLst>
              <a:gd name="adj" fmla="val 3429"/>
            </a:avLst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  <a:effectLst>
            <a:outerShdw blurRad="12700" dist="6350" dir="2700000" algn="bl" rotWithShape="0">
              <a:srgbClr val="9AA6B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611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</a:rPr>
              <a:t>KONTROL PENGGUNAAN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04164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65D"/>
                </a:solidFill>
              </a:rPr>
              <a:t>Sangat Rahasia, mockup, bukan data nyata, tidak untuk keputusan klinis.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5715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</a:rPr>
              <a:t>Seluruh isi deck bersifat sintetis dan sengaja menggunakan identifier non-valid.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Siloam Hospitals - Mockup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Mockup Data Sensitif Pasien</dc:title>
  <dc:subject>Synthetic sensitive patient and EMR data</dc:subject>
  <dc:creator>Yuan Novadhya Yudistira</dc:creator>
  <cp:lastModifiedBy>Yuan Novadhya Yudistira</cp:lastModifiedBy>
  <cp:revision>2</cp:revision>
  <dcterms:created xsi:type="dcterms:W3CDTF">2026-09-07T15:02:25Z</dcterms:created>
  <dcterms:modified xsi:type="dcterms:W3CDTF">2026-09-07T15:14:40Z</dcterms:modified>
</cp:coreProperties>
</file>